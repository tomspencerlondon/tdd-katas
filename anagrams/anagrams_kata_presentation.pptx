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Anagrams Kata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TDD Journey: From Empty String to 24 Permutations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all anagrams (permutations) of an input string</a:t>
            </a:r>
          </a:p>
          <a:p>
            <a:pPr lvl="1"/>
            <a:r>
              <a:t>Example: 'biro' → 24 permutations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TDD Journey: Five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A: Base cases (empty, single)</a:t>
            </a:r>
          </a:p>
          <a:p>
            <a:r>
              <a:t>Phase B: Two characters - BREAKTHROUGH!</a:t>
            </a:r>
          </a:p>
          <a:p>
            <a:r>
              <a:t>Phase C: Three characters - validation</a:t>
            </a:r>
          </a:p>
          <a:p>
            <a:r>
              <a:t>Phase D: 'biro' - matches problem</a:t>
            </a:r>
          </a:p>
          <a:p>
            <a:r>
              <a:t>Phase E: Edge cases - robustness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from itertools import permutations</a:t>
            </a:r>
          </a:p>
          <a:p>
            <a:pPr>
              <a:defRPr sz="1800">
                <a:latin typeface="Courier New"/>
              </a:defRPr>
            </a:pPr>
          </a:p>
          <a:p>
            <a:pPr>
              <a:defRPr sz="1800">
                <a:latin typeface="Courier New"/>
              </a:defRPr>
            </a:pPr>
            <a:r>
              <a:t>def generate_anagrams(word):</a:t>
            </a:r>
          </a:p>
          <a:p>
            <a:pPr>
              <a:defRPr sz="1800">
                <a:latin typeface="Courier New"/>
              </a:defRPr>
            </a:pPr>
            <a:r>
              <a:t>    if not word:</a:t>
            </a:r>
          </a:p>
          <a:p>
            <a:pPr>
              <a:defRPr sz="1800">
                <a:latin typeface="Courier New"/>
              </a:defRPr>
            </a:pPr>
            <a:r>
              <a:t>        return [""]</a:t>
            </a:r>
          </a:p>
          <a:p>
            <a:pPr>
              <a:defRPr sz="1800">
                <a:latin typeface="Courier New"/>
              </a:defRPr>
            </a:pPr>
            <a:r>
              <a:t>    return list(set(''.join(p) </a:t>
            </a:r>
          </a:p>
          <a:p>
            <a:pPr>
              <a:defRPr sz="1800">
                <a:latin typeface="Courier New"/>
              </a:defRPr>
            </a:pPr>
            <a:r>
              <a:t>                    for p in permutations(word)))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 tests passing, 100% coverage</a:t>
            </a:r>
          </a:p>
          <a:p>
            <a:r>
              <a:t>8 lines of code (5 statements)</a:t>
            </a:r>
          </a:p>
          <a:p>
            <a:r>
              <a:t>itertools.permutations + set = elegant solution</a:t>
            </a:r>
          </a:p>
          <a:p>
            <a:r>
              <a:t>Leverage Python stdlib!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