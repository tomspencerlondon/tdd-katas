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Stats Calculator Kata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TDD Journey: From Empty Sequence to Complete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function that calculates statistics for a sequence of integers</a:t>
            </a:r>
          </a:p>
          <a:p>
            <a:pPr lvl="1"/>
            <a:r>
              <a:t>Input: List of integers</a:t>
            </a:r>
          </a:p>
          <a:p>
            <a:pPr lvl="1"/>
            <a:r>
              <a:t>Output: Dictionary with:</a:t>
            </a:r>
          </a:p>
          <a:p>
            <a:pPr lvl="2"/>
            <a:r>
              <a:t>min: Smallest value</a:t>
            </a:r>
          </a:p>
          <a:p>
            <a:pPr lvl="2"/>
            <a:r>
              <a:t>max: Largest value</a:t>
            </a:r>
          </a:p>
          <a:p>
            <a:pPr lvl="2"/>
            <a:r>
              <a:t>count: Number of elements</a:t>
            </a:r>
          </a:p>
          <a:p>
            <a:pPr lvl="2"/>
            <a:r>
              <a:t>average: Mean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TDD Journey: Four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A: Empty/Single Element (Base Cases)</a:t>
            </a:r>
          </a:p>
          <a:p>
            <a:pPr lvl="1"/>
            <a:r>
              <a:t>Tests 1-2: Hardcoded → Conditional logic</a:t>
            </a:r>
          </a:p>
          <a:p>
            <a:r>
              <a:t>Phase B: Simple Sequences (2-3 elements)</a:t>
            </a:r>
          </a:p>
          <a:p>
            <a:pPr lvl="1"/>
            <a:r>
              <a:t>Tests 3-5: Algorithm emerges! Built-in functions</a:t>
            </a:r>
          </a:p>
          <a:p>
            <a:r>
              <a:t>Phase C: Edge Cases (Negatives &amp; Duplicates)</a:t>
            </a:r>
          </a:p>
          <a:p>
            <a:pPr lvl="1"/>
            <a:r>
              <a:t>Tests 6-9: All pass without code changes!</a:t>
            </a:r>
          </a:p>
          <a:p>
            <a:r>
              <a:t>Phase D: Larger Sequences</a:t>
            </a:r>
          </a:p>
          <a:p>
            <a:pPr lvl="1"/>
            <a:r>
              <a:t>Test 10: Validates scalability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Breakthrough: Test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Test: calculate_stats([1, 2])</a:t>
            </a:r>
          </a:p>
          <a:p>
            <a:pPr lvl="1"/>
            <a:r>
              <a:t>Forced real implementation:</a:t>
            </a:r>
          </a:p>
          <a:p>
            <a:pPr lvl="2"/>
            <a:r>
              <a:t>min(numbers) - smallest value</a:t>
            </a:r>
          </a:p>
          <a:p>
            <a:pPr lvl="2"/>
            <a:r>
              <a:t>max(numbers) - largest value</a:t>
            </a:r>
          </a:p>
          <a:p>
            <a:pPr lvl="2"/>
            <a:r>
              <a:t>len(numbers) - count</a:t>
            </a:r>
          </a:p>
          <a:p>
            <a:pPr lvl="2"/>
            <a:r>
              <a:t>sum(numbers) / len(numbers) - average</a:t>
            </a:r>
          </a:p>
          <a:p>
            <a:pPr lvl="1"/>
            <a:r>
              <a:t>Simple solution using Python built-ins!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def calculate_stats(numbers):</a:t>
            </a:r>
          </a:p>
          <a:p>
            <a:pPr>
              <a:defRPr sz="1600">
                <a:latin typeface="Courier New"/>
              </a:defRPr>
            </a:pPr>
            <a:r>
              <a:t>    if not numbers:</a:t>
            </a:r>
          </a:p>
          <a:p>
            <a:pPr>
              <a:defRPr sz="1600">
                <a:latin typeface="Courier New"/>
              </a:defRPr>
            </a:pPr>
            <a:r>
              <a:t>        return {'min': None, 'max': None, </a:t>
            </a:r>
          </a:p>
          <a:p>
            <a:pPr>
              <a:defRPr sz="1600">
                <a:latin typeface="Courier New"/>
              </a:defRPr>
            </a:pPr>
            <a:r>
              <a:t>                'count': 0, 'average': None}</a:t>
            </a:r>
          </a:p>
          <a:p>
            <a:pPr>
              <a:defRPr sz="1600">
                <a:latin typeface="Courier New"/>
              </a:defRPr>
            </a:pPr>
            <a:r>
              <a:t>    </a:t>
            </a:r>
          </a:p>
          <a:p>
            <a:pPr>
              <a:defRPr sz="1600">
                <a:latin typeface="Courier New"/>
              </a:defRPr>
            </a:pPr>
            <a:r>
              <a:t>    return {</a:t>
            </a:r>
          </a:p>
          <a:p>
            <a:pPr>
              <a:defRPr sz="1600">
                <a:latin typeface="Courier New"/>
              </a:defRPr>
            </a:pPr>
            <a:r>
              <a:t>        'min': min(numbers),</a:t>
            </a:r>
          </a:p>
          <a:p>
            <a:pPr>
              <a:defRPr sz="1600">
                <a:latin typeface="Courier New"/>
              </a:defRPr>
            </a:pPr>
            <a:r>
              <a:t>        'max': max(numbers),</a:t>
            </a:r>
          </a:p>
          <a:p>
            <a:pPr>
              <a:defRPr sz="1600">
                <a:latin typeface="Courier New"/>
              </a:defRPr>
            </a:pPr>
            <a:r>
              <a:t>        'count': len(numbers),</a:t>
            </a:r>
          </a:p>
          <a:p>
            <a:pPr>
              <a:defRPr sz="1600">
                <a:latin typeface="Courier New"/>
              </a:defRPr>
            </a:pPr>
            <a:r>
              <a:t>        'average': sum(numbers) / len(numbers)</a:t>
            </a:r>
          </a:p>
          <a:p>
            <a:pPr>
              <a:defRPr sz="1600">
                <a:latin typeface="Courier New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Results:</a:t>
            </a:r>
          </a:p>
          <a:p>
            <a:pPr lvl="1"/>
            <a:r>
              <a:t>10 tests passing</a:t>
            </a:r>
          </a:p>
          <a:p>
            <a:pPr lvl="1"/>
            <a:r>
              <a:t>100% code coverage</a:t>
            </a:r>
          </a:p>
          <a:p>
            <a:pPr lvl="1"/>
            <a:r>
              <a:t>11 lines of code (4 executable statements)</a:t>
            </a:r>
          </a:p>
          <a:p>
            <a:r>
              <a:t>Key Learnings:</a:t>
            </a:r>
          </a:p>
          <a:p>
            <a:pPr lvl="1"/>
            <a:r>
              <a:t>Start simple, let algorithm emerge from tests</a:t>
            </a:r>
          </a:p>
          <a:p>
            <a:pPr lvl="1"/>
            <a:r>
              <a:t>Python built-ins handle edge cases automatically</a:t>
            </a:r>
          </a:p>
          <a:p>
            <a:pPr lvl="1"/>
            <a:r>
              <a:t>Simple solution is often the best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