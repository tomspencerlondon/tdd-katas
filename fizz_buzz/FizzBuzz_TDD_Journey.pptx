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FizzBuzz Kata with TDD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Step-by-Step Journey Through Test-Driven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Test-Driven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Red-Green-Refactor Cycle</a:t>
            </a:r>
          </a:p>
          <a:p>
            <a:pPr lvl="1"/>
            <a:r>
              <a:t>Write a failing test first (Red)</a:t>
            </a:r>
          </a:p>
          <a:p>
            <a:pPr lvl="1"/>
            <a:r>
              <a:t>Write minimal code to pass the test (Green)</a:t>
            </a:r>
          </a:p>
          <a:p>
            <a:pPr lvl="1"/>
            <a:r>
              <a:t>Refactor to improve code quality (Refactor)</a:t>
            </a:r>
          </a:p>
          <a:p>
            <a:pPr lvl="1"/>
            <a:r>
              <a:t>Commit after each complete phase</a:t>
            </a:r>
          </a:p>
          <a:p>
            <a:pPr/>
          </a:p>
          <a:p>
            <a:pPr/>
            <a:r>
              <a:t>Benefits of TDD</a:t>
            </a:r>
          </a:p>
          <a:p>
            <a:pPr lvl="1"/>
            <a:r>
              <a:t>Ensures code correctness from the start</a:t>
            </a:r>
          </a:p>
          <a:p>
            <a:pPr lvl="1"/>
            <a:r>
              <a:t>Creates living documentation through tests</a:t>
            </a:r>
          </a:p>
          <a:p>
            <a:pPr lvl="1"/>
            <a:r>
              <a:t>Makes refactoring safer</a:t>
            </a:r>
          </a:p>
          <a:p>
            <a:pPr lvl="1"/>
            <a:r>
              <a:t>Encourages simple, focused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FizzBuzz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Convert numbers to strings with these rules:</a:t>
            </a:r>
          </a:p>
          <a:p>
            <a:pPr lvl="1"/>
            <a:r>
              <a:t>Multiples of 3 → 'Fizz'</a:t>
            </a:r>
          </a:p>
          <a:p>
            <a:pPr lvl="1"/>
            <a:r>
              <a:t>Multiples of 5 → 'Buzz'</a:t>
            </a:r>
          </a:p>
          <a:p>
            <a:pPr lvl="1"/>
            <a:r>
              <a:t>Multiples of both 3 and 5 → 'FizzBuzz'</a:t>
            </a:r>
          </a:p>
          <a:p>
            <a:pPr lvl="1"/>
            <a:r>
              <a:t>Everything else → the number as a string</a:t>
            </a:r>
          </a:p>
          <a:p>
            <a:pPr/>
          </a:p>
          <a:p>
            <a:pPr/>
            <a:r>
              <a:t>Two APIs to build:</a:t>
            </a:r>
          </a:p>
          <a:p>
            <a:pPr lvl="1"/>
            <a:r>
              <a:t>fizzbuzz_of(number) → string</a:t>
            </a:r>
          </a:p>
          <a:p>
            <a:pPr lvl="1"/>
            <a:r>
              <a:t>fizzbuzz_1_to(n=100) → list[string]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Setup: Python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Used pyenv for Python version management</a:t>
            </a:r>
          </a:p>
          <a:p>
            <a:pPr lvl="1"/>
            <a:r>
              <a:t>Python 3.10.13 selected</a:t>
            </a:r>
          </a:p>
          <a:p>
            <a:pPr lvl="1"/>
            <a:r>
              <a:t>Allows easy switching between versions</a:t>
            </a:r>
          </a:p>
          <a:p>
            <a:pPr/>
          </a:p>
          <a:p>
            <a:pPr/>
            <a:r>
              <a:t>Modern project structure:</a:t>
            </a:r>
          </a:p>
          <a:p>
            <a:pPr lvl="1"/>
            <a:r>
              <a:t>src/ - production code</a:t>
            </a:r>
          </a:p>
          <a:p>
            <a:pPr lvl="1"/>
            <a:r>
              <a:t>src/tests/ - test code (tests inside src)</a:t>
            </a:r>
          </a:p>
          <a:p>
            <a:pPr lvl="1"/>
            <a:r>
              <a:t>pyproject.toml - modern Python packaging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pyproject.toml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[project]</a:t>
            </a:r>
            <a:br/>
            <a:r>
              <a:t>name = "fizz-buzz-kata"</a:t>
            </a:r>
            <a:br/>
            <a:r>
              <a:t>version = "0.1.0"</a:t>
            </a:r>
            <a:br/>
            <a:r>
              <a:t>requires-python = "&gt;=3.10"</a:t>
            </a:r>
            <a:br/>
            <a:br/>
            <a:r>
              <a:t>[project.optional-dependencies]</a:t>
            </a:r>
            <a:br/>
            <a:r>
              <a:t>dev = [</a:t>
            </a:r>
            <a:br/>
            <a:r>
              <a:t>    "pytest&gt;=7.4.0",</a:t>
            </a:r>
            <a:br/>
            <a:r>
              <a:t>    "pytest-cov&gt;=4.1.0",</a:t>
            </a:r>
            <a:br/>
            <a:r>
              <a:t>    "pytest-watch&gt;=4.2.0",</a:t>
            </a:r>
            <a:br/>
            <a:r>
              <a:t>    "flake8&gt;=6.0.0",</a:t>
            </a:r>
            <a:br/>
            <a:r>
              <a:t>    "pre-commit&gt;=3.0.0",</a:t>
            </a:r>
            <a:br/>
            <a:r>
              <a:t>]</a:t>
            </a:r>
            <a:br/>
            <a:br/>
            <a:r>
              <a:t>[tool.pytest.ini_options]</a:t>
            </a:r>
            <a:br/>
            <a:r>
              <a:t>testpaths = ["src/tests"]</a:t>
            </a:r>
            <a:br/>
            <a:r>
              <a:t>addopts = ["-v", "--cov=src"]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Gates: Pre-commit Hooks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Automated checks before every commit:</a:t>
            </a:r>
          </a:p>
          <a:p>
            <a:pPr lvl="1"/>
            <a:r>
              <a:t>flake8 - Code style and quality checks</a:t>
            </a:r>
          </a:p>
          <a:p>
            <a:pPr lvl="1"/>
            <a:r>
              <a:t>pytest - All tests must pass</a:t>
            </a:r>
          </a:p>
          <a:p>
            <a:pPr lvl="1"/>
            <a:r>
              <a:t>Trailing whitespace removal</a:t>
            </a:r>
          </a:p>
          <a:p>
            <a:pPr lvl="1"/>
            <a:r>
              <a:t>YAML/TOML validation</a:t>
            </a:r>
          </a:p>
          <a:p>
            <a:pPr/>
          </a:p>
          <a:p>
            <a:pPr/>
            <a:r>
              <a:t>Benefits:</a:t>
            </a:r>
          </a:p>
          <a:p>
            <a:pPr lvl="1"/>
            <a:r>
              <a:t>Prevents bad code from being committed</a:t>
            </a:r>
          </a:p>
          <a:p>
            <a:pPr lvl="1"/>
            <a:r>
              <a:t>Enforces consistent code style</a:t>
            </a:r>
          </a:p>
          <a:p>
            <a:pPr lvl="1"/>
            <a:r>
              <a:t>Catches errors early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Integration: 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Automated testing on every push:</a:t>
            </a:r>
          </a:p>
          <a:p>
            <a:pPr lvl="1"/>
            <a:r>
              <a:t>Tests on Python 3.10, 3.11, 3.12</a:t>
            </a:r>
          </a:p>
          <a:p>
            <a:pPr lvl="1"/>
            <a:r>
              <a:t>Runs flake8 for code quality</a:t>
            </a:r>
          </a:p>
          <a:p>
            <a:pPr lvl="1"/>
            <a:r>
              <a:t>Runs pytest with coverage</a:t>
            </a:r>
          </a:p>
          <a:p>
            <a:pPr lvl="1"/>
            <a:r>
              <a:t>Matrix strategy for multiple versions</a:t>
            </a:r>
          </a:p>
          <a:p>
            <a:pPr/>
          </a:p>
          <a:p>
            <a:pPr/>
            <a:r>
              <a:t>Ensures code works across Python versions</a:t>
            </a:r>
          </a:p>
          <a:p>
            <a:pPr/>
            <a:r>
              <a:t>Provides confidence for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Setup: Local vs Global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Work vs Personal Projects:</a:t>
            </a:r>
          </a:p>
          <a:p>
            <a:pPr lvl="1"/>
            <a:r>
              <a:t>Global config for work (GitLab)</a:t>
            </a:r>
          </a:p>
          <a:p>
            <a:pPr lvl="1"/>
            <a:r>
              <a:t>Local config for personal (GitHub)</a:t>
            </a:r>
          </a:p>
          <a:p>
            <a:pPr/>
          </a:p>
          <a:p>
            <a:pPr/>
            <a:r>
              <a:t>Commands used:</a:t>
            </a:r>
          </a:p>
          <a:p>
            <a:pPr lvl="1"/>
            <a:r>
              <a:t>git config --local user.name 'TomSpencerLondon'</a:t>
            </a:r>
          </a:p>
          <a:p>
            <a:pPr lvl="1"/>
            <a:r>
              <a:t>git config --local user.email 'tomspencerlondon@gmail.com'</a:t>
            </a:r>
          </a:p>
          <a:p>
            <a:pPr/>
          </a:p>
          <a:p>
            <a:pPr/>
            <a:r>
              <a:t>GitHub CLI (gh) for repository management</a:t>
            </a:r>
          </a:p>
          <a:p>
            <a:pPr lvl="1"/>
            <a:r>
              <a:t>gh auth login</a:t>
            </a:r>
          </a:p>
          <a:p>
            <a:pPr lvl="1"/>
            <a:r>
              <a:t>gh repo create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A: Numbers (not multiples of 3 or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Return number as string for non-special numbers</a:t>
            </a:r>
          </a:p>
          <a:p>
            <a:pPr/>
          </a:p>
          <a:p>
            <a:pPr/>
            <a:r>
              <a:t>Test 1: 1 → '1'</a:t>
            </a:r>
          </a:p>
          <a:p>
            <a:pPr lvl="1"/>
            <a:r>
              <a:t>Red: Write failing test</a:t>
            </a:r>
          </a:p>
          <a:p>
            <a:pPr lvl="1"/>
            <a:r>
              <a:t>Green: return '1' (fake it)</a:t>
            </a:r>
          </a:p>
          <a:p>
            <a:pPr/>
          </a:p>
          <a:p>
            <a:pPr/>
            <a:r>
              <a:t>Test 2: 2 → '2'</a:t>
            </a:r>
          </a:p>
          <a:p>
            <a:pPr lvl="1"/>
            <a:r>
              <a:t>Red: Add test for 2</a:t>
            </a:r>
          </a:p>
          <a:p>
            <a:pPr lvl="1"/>
            <a:r>
              <a:t>Green: if/else for 1 and 2</a:t>
            </a:r>
          </a:p>
          <a:p>
            <a:pPr/>
          </a:p>
          <a:p>
            <a:pPr/>
            <a:r>
              <a:t>Test 3: 4 → '4'</a:t>
            </a:r>
          </a:p>
          <a:p>
            <a:pPr lvl="1"/>
            <a:r>
              <a:t>Red: Add test for 4</a:t>
            </a:r>
          </a:p>
          <a:p>
            <a:pPr lvl="1"/>
            <a:r>
              <a:t>Green: Extend logic</a:t>
            </a:r>
          </a:p>
          <a:p>
            <a:pPr lvl="1"/>
            <a:r>
              <a:t>Refactor: Replace with return str(number)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A: Final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def fizzbuzz_of(number):</a:t>
            </a:r>
            <a:br/>
            <a:r>
              <a:t>    '''Convert a number to FizzBuzz string.'''</a:t>
            </a:r>
            <a:br/>
            <a:r>
              <a:t>    return str(number)</a:t>
            </a:r>
            <a:br/>
            <a:br/>
            <a:br/>
            <a:r>
              <a:t># Tests</a:t>
            </a:r>
            <a:br/>
            <a:r>
              <a:t>def test_1_is_string():</a:t>
            </a:r>
            <a:br/>
            <a:r>
              <a:t>    assert fizzbuzz_of(1) == "1"</a:t>
            </a:r>
            <a:br/>
            <a:br/>
            <a:r>
              <a:t>def test_2_is_string():</a:t>
            </a:r>
            <a:br/>
            <a:r>
              <a:t>    assert fizzbuzz_of(2) == "2"</a:t>
            </a:r>
            <a:br/>
            <a:br/>
            <a:r>
              <a:t>def test_4_is_string():</a:t>
            </a:r>
            <a:br/>
            <a:r>
              <a:t>    assert fizzbuzz_of(4) == "4"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TDD Principle: One Behavior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skip 3 in Phase A?</a:t>
            </a:r>
          </a:p>
          <a:p>
            <a:pPr lvl="1"/>
            <a:r>
              <a:t>3 introduces NEW behavior (Fizz)</a:t>
            </a:r>
          </a:p>
          <a:p>
            <a:pPr lvl="1"/>
            <a:r>
              <a:t>Phase A focuses on 'number → string' behavior</a:t>
            </a:r>
          </a:p>
          <a:p>
            <a:pPr lvl="1"/>
            <a:r>
              <a:t>Finish current behavior before adding new ones</a:t>
            </a:r>
          </a:p>
          <a:p>
            <a:pPr/>
          </a:p>
          <a:p>
            <a:pPr/>
            <a:r>
              <a:t>This keeps each phase focused and simple</a:t>
            </a:r>
          </a:p>
          <a:p>
            <a:pPr/>
          </a:p>
          <a:p>
            <a:pPr/>
            <a:r>
              <a:t>Triangulation with 1, 2, 4:</a:t>
            </a:r>
          </a:p>
          <a:p>
            <a:pPr lvl="1"/>
            <a:r>
              <a:t>Multiple examples of same behavior</a:t>
            </a:r>
          </a:p>
          <a:p>
            <a:pPr lvl="1"/>
            <a:r>
              <a:t>Forces general solution: str(number)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B: Multiples of 3 → 'Fizz'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 4: 3 → 'Fizz'</a:t>
            </a:r>
          </a:p>
          <a:p>
            <a:pPr lvl="1"/>
            <a:r>
              <a:t>Red: Write failing test</a:t>
            </a:r>
          </a:p>
          <a:p>
            <a:pPr lvl="1"/>
            <a:r>
              <a:t>Green: if number % 3 == 0: return 'Fizz'</a:t>
            </a:r>
          </a:p>
          <a:p>
            <a:pPr/>
          </a:p>
          <a:p>
            <a:pPr/>
            <a:r>
              <a:t>Test 5: 6 → 'Fizz' (triangulate)</a:t>
            </a:r>
          </a:p>
          <a:p>
            <a:pPr lvl="1"/>
            <a:r>
              <a:t>Red: Add test for 6</a:t>
            </a:r>
          </a:p>
          <a:p>
            <a:pPr lvl="1"/>
            <a:r>
              <a:t>Green: No code change needed!</a:t>
            </a:r>
          </a:p>
          <a:p>
            <a:pPr lvl="1"/>
            <a:r>
              <a:t>The % 3 rule already handles it</a:t>
            </a:r>
          </a:p>
          <a:p>
            <a:pPr/>
          </a:p>
          <a:p>
            <a:pPr/>
            <a:r>
              <a:t>Triangulation confirms our solution is general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B: Code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def fizzbuzz_of(number):</a:t>
            </a:r>
            <a:br/>
            <a:r>
              <a:t>    '''Convert a number to FizzBuzz string.'''</a:t>
            </a:r>
            <a:br/>
            <a:r>
              <a:t>    if number % 3 == 0:</a:t>
            </a:r>
            <a:br/>
            <a:r>
              <a:t>        return "Fizz"</a:t>
            </a:r>
            <a:br/>
            <a:r>
              <a:t>    return str(number)</a:t>
            </a:r>
            <a:br/>
            <a:br/>
            <a:br/>
            <a:r>
              <a:t># New tests</a:t>
            </a:r>
            <a:br/>
            <a:r>
              <a:t>def test_3_is_fizz():</a:t>
            </a:r>
            <a:br/>
            <a:r>
              <a:t>    assert fizzbuzz_of(3) == "Fizz"</a:t>
            </a:r>
            <a:br/>
            <a:br/>
            <a:r>
              <a:t>def test_6_is_fizz():</a:t>
            </a:r>
            <a:br/>
            <a:r>
              <a:t>    assert fizzbuzz_of(6) == "Fizz"</a:t>
            </a:r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C: Multiples of 5 → 'Buzz'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 6: 5 → 'Buzz'</a:t>
            </a:r>
          </a:p>
          <a:p>
            <a:pPr lvl="1"/>
            <a:r>
              <a:t>Red: Write failing test</a:t>
            </a:r>
          </a:p>
          <a:p>
            <a:pPr lvl="1"/>
            <a:r>
              <a:t>Green: if number % 5 == 0: return 'Buzz'</a:t>
            </a:r>
          </a:p>
          <a:p>
            <a:pPr/>
          </a:p>
          <a:p>
            <a:pPr/>
            <a:r>
              <a:t>Test 7: 10 → 'Buzz' (triangulate)</a:t>
            </a:r>
          </a:p>
          <a:p>
            <a:pPr lvl="1"/>
            <a:r>
              <a:t>Red: Add test for 10</a:t>
            </a:r>
          </a:p>
          <a:p>
            <a:pPr lvl="1"/>
            <a:r>
              <a:t>Green: No code change needed!</a:t>
            </a:r>
          </a:p>
          <a:p>
            <a:pPr/>
          </a:p>
          <a:p>
            <a:pPr/>
            <a:r>
              <a:t>Pattern emerging: Test, implement, triangulate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C: Adding Buzz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def fizzbuzz_of(number):</a:t>
            </a:r>
            <a:br/>
            <a:r>
              <a:t>    '''Convert a number to FizzBuzz string.'''</a:t>
            </a:r>
            <a:br/>
            <a:r>
              <a:t>    if number % 3 == 0:</a:t>
            </a:r>
            <a:br/>
            <a:r>
              <a:t>        return "Fizz"</a:t>
            </a:r>
            <a:br/>
            <a:r>
              <a:t>    if number % 5 == 0:</a:t>
            </a:r>
            <a:br/>
            <a:r>
              <a:t>        return "Buzz"</a:t>
            </a:r>
            <a:br/>
            <a:r>
              <a:t>    return str(number)</a:t>
            </a:r>
            <a:br/>
            <a:br/>
            <a:br/>
            <a:r>
              <a:t># New tests</a:t>
            </a:r>
            <a:br/>
            <a:r>
              <a:t>def test_5_is_buzz():</a:t>
            </a:r>
            <a:br/>
            <a:r>
              <a:t>    assert fizzbuzz_of(5) == "Buzz"</a:t>
            </a:r>
            <a:br/>
            <a:br/>
            <a:r>
              <a:t>def test_10_is_buzz():</a:t>
            </a:r>
            <a:br/>
            <a:r>
              <a:t>    assert fizzbuzz_of(10) == "Buzz"</a:t>
            </a:r>
            <a:b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D: The Combined Case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 8: 15 → 'FizzBuzz'</a:t>
            </a:r>
          </a:p>
          <a:p>
            <a:pPr/>
          </a:p>
          <a:p>
            <a:pPr/>
            <a:r>
              <a:t>Problem: 15 is a multiple of BOTH 3 and 5</a:t>
            </a:r>
          </a:p>
          <a:p>
            <a:pPr lvl="1"/>
            <a:r>
              <a:t>Current code would return 'Fizz' and stop</a:t>
            </a:r>
          </a:p>
          <a:p>
            <a:pPr lvl="1"/>
            <a:r>
              <a:t>We need 'FizzBuzz' instead</a:t>
            </a:r>
          </a:p>
          <a:p>
            <a:pPr/>
          </a:p>
          <a:p>
            <a:pPr/>
            <a:r>
              <a:t>Solution: Order matters!</a:t>
            </a:r>
          </a:p>
          <a:p>
            <a:pPr lvl="1"/>
            <a:r>
              <a:t>Check combined case (% 15) first</a:t>
            </a:r>
          </a:p>
          <a:p>
            <a:pPr lvl="1"/>
            <a:r>
              <a:t>Then check individual cases</a:t>
            </a:r>
          </a:p>
          <a:p>
            <a:pPr/>
          </a:p>
          <a:p>
            <a:pPr/>
            <a:r>
              <a:t>Key TDD insight: Tests drive the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D: Final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def fizzbuzz_of(number):</a:t>
            </a:r>
            <a:br/>
            <a:r>
              <a:t>    '''Convert a number to FizzBuzz string.'''</a:t>
            </a:r>
            <a:br/>
            <a:r>
              <a:t>    if number % 15 == 0:</a:t>
            </a:r>
            <a:br/>
            <a:r>
              <a:t>        return "FizzBuzz"</a:t>
            </a:r>
            <a:br/>
            <a:r>
              <a:t>    if number % 3 == 0:</a:t>
            </a:r>
            <a:br/>
            <a:r>
              <a:t>        return "Fizz"</a:t>
            </a:r>
            <a:br/>
            <a:r>
              <a:t>    if number % 5 == 0:</a:t>
            </a:r>
            <a:br/>
            <a:r>
              <a:t>        return "Buzz"</a:t>
            </a:r>
            <a:br/>
            <a:r>
              <a:t>    return str(number)</a:t>
            </a:r>
            <a:br/>
            <a:br/>
            <a:br/>
            <a:r>
              <a:t># New test</a:t>
            </a:r>
            <a:br/>
            <a:r>
              <a:t>def test_15_is_fizzbuzz():</a:t>
            </a:r>
            <a:br/>
            <a:r>
              <a:t>    assert fizzbuzz_of(15) == "FizzBuzz"</a:t>
            </a:r>
            <a:b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Alternative: Build String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def fizzbuzz_of(number):</a:t>
            </a:r>
            <a:br/>
            <a:r>
              <a:t>    '''Alternative implementation.'''</a:t>
            </a:r>
            <a:br/>
            <a:r>
              <a:t>    result = ""</a:t>
            </a:r>
            <a:br/>
            <a:r>
              <a:t>    if number % 3 == 0:</a:t>
            </a:r>
            <a:br/>
            <a:r>
              <a:t>        result += "Fizz"</a:t>
            </a:r>
            <a:br/>
            <a:r>
              <a:t>    if number % 5 == 0:</a:t>
            </a:r>
            <a:br/>
            <a:r>
              <a:t>        result += "Buzz"</a:t>
            </a:r>
            <a:br/>
            <a:r>
              <a:t>    return result or str(number)</a:t>
            </a:r>
            <a:br/>
            <a:br/>
            <a:r>
              <a:t># This approach:</a:t>
            </a:r>
            <a:br/>
            <a:r>
              <a:t># - Checks both conditions independently</a:t>
            </a:r>
            <a:br/>
            <a:r>
              <a:t># - Builds the string progressively</a:t>
            </a:r>
            <a:br/>
            <a:r>
              <a:t># - No need to check % 15 explicitly</a:t>
            </a:r>
            <a:br/>
            <a:r>
              <a:t># - Same behavior, different structure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E: Sequence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Generate sequence from 1 to n</a:t>
            </a:r>
          </a:p>
          <a:p>
            <a:pPr/>
          </a:p>
          <a:p>
            <a:pPr/>
            <a:r>
              <a:t>Test 9: fizzbuzz_1_to(5)</a:t>
            </a:r>
          </a:p>
          <a:p>
            <a:pPr lvl="1"/>
            <a:r>
              <a:t>Red: Test expects ['1','2','Fizz','4','Buzz']</a:t>
            </a:r>
          </a:p>
          <a:p>
            <a:pPr lvl="1"/>
            <a:r>
              <a:t>Green: Use list comprehension</a:t>
            </a:r>
          </a:p>
          <a:p>
            <a:pPr lvl="1"/>
            <a:r>
              <a:t>Reuse fizzbuzz_of() for each number</a:t>
            </a:r>
          </a:p>
          <a:p>
            <a:pPr/>
          </a:p>
          <a:p>
            <a:pPr/>
            <a:r>
              <a:t>Test 10: Default to 100</a:t>
            </a:r>
          </a:p>
          <a:p>
            <a:pPr lvl="1"/>
            <a:r>
              <a:t>Red: Test expects 100 items by default</a:t>
            </a:r>
          </a:p>
          <a:p>
            <a:pPr lvl="1"/>
            <a:r>
              <a:t>Green: Add default parameter n=100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E: Sequence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def fizzbuzz_1_to(n=100):</a:t>
            </a:r>
            <a:br/>
            <a:r>
              <a:t>    '''Generate FizzBuzz sequence from 1 to n.</a:t>
            </a:r>
            <a:br/>
            <a:br/>
            <a:r>
              <a:t>    Args:</a:t>
            </a:r>
            <a:br/>
            <a:r>
              <a:t>        n: Upper limit (default 100)</a:t>
            </a:r>
            <a:br/>
            <a:br/>
            <a:r>
              <a:t>    Returns:</a:t>
            </a:r>
            <a:br/>
            <a:r>
              <a:t>        List of FizzBuzz strings from 1 to n</a:t>
            </a:r>
            <a:br/>
            <a:r>
              <a:t>    '''</a:t>
            </a:r>
            <a:br/>
            <a:r>
              <a:t>    return [fizzbuzz_of(i) for i in range(1, n + 1)]</a:t>
            </a:r>
            <a:br/>
            <a:br/>
            <a:br/>
            <a:r>
              <a:t># Tests</a:t>
            </a:r>
            <a:br/>
            <a:r>
              <a:t>def test_sequence_to_5():</a:t>
            </a:r>
            <a:br/>
            <a:r>
              <a:t>    assert fizzbuzz_1_to(5) == ["1", "2", "Fizz", "4", "Buzz"]</a:t>
            </a:r>
            <a:br/>
            <a:br/>
            <a:r>
              <a:t>def test_sequence_default_is_100():</a:t>
            </a:r>
            <a:br/>
            <a:r>
              <a:t>    result = fizzbuzz_1_to()</a:t>
            </a:r>
            <a:br/>
            <a:r>
              <a:t>    assert len(result) == 100</a:t>
            </a:r>
            <a:br/>
            <a:r>
              <a:t>    assert result[99] == "Buzz"</a:t>
            </a:r>
            <a:b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of Code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fizzbuzz_1_to reuses fizzbuzz_of</a:t>
            </a:r>
          </a:p>
          <a:p>
            <a:pPr/>
          </a:p>
          <a:p>
            <a:pPr/>
            <a:r>
              <a:t>Benefits:</a:t>
            </a:r>
          </a:p>
          <a:p>
            <a:pPr lvl="1"/>
            <a:r>
              <a:t>Single source of truth for FizzBuzz logic</a:t>
            </a:r>
          </a:p>
          <a:p>
            <a:pPr lvl="1"/>
            <a:r>
              <a:t>Changes to rules only need one place</a:t>
            </a:r>
          </a:p>
          <a:p>
            <a:pPr lvl="1"/>
            <a:r>
              <a:t>Composition over duplication</a:t>
            </a:r>
          </a:p>
          <a:p>
            <a:pPr lvl="1"/>
            <a:r>
              <a:t>Easy to test and maintain</a:t>
            </a:r>
          </a:p>
          <a:p>
            <a:pPr/>
          </a:p>
          <a:p>
            <a:pPr/>
            <a:r>
              <a:t>This is the 'DRY' principle:</a:t>
            </a:r>
          </a:p>
          <a:p>
            <a:pPr lvl="1"/>
            <a:r>
              <a:t>Don't Repeat Yourself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 tests, all passing ✓</a:t>
            </a:r>
          </a:p>
          <a:p>
            <a:pPr/>
          </a:p>
          <a:p>
            <a:pPr/>
            <a:r>
              <a:t>Coverage: 100%</a:t>
            </a:r>
          </a:p>
          <a:p>
            <a:pPr lvl="1"/>
            <a:r>
              <a:t>Every line of production code is tested</a:t>
            </a:r>
          </a:p>
          <a:p>
            <a:pPr lvl="1"/>
            <a:r>
              <a:t>High confidence in correctness</a:t>
            </a:r>
          </a:p>
          <a:p>
            <a:pPr/>
          </a:p>
          <a:p>
            <a:pPr/>
            <a:r>
              <a:t>Tests run in multiple places:</a:t>
            </a:r>
          </a:p>
          <a:p>
            <a:pPr lvl="1"/>
            <a:r>
              <a:t>Pre-commit hooks (local)</a:t>
            </a:r>
          </a:p>
          <a:p>
            <a:pPr lvl="1"/>
            <a:r>
              <a:t>GitHub Actions (CI/CD)</a:t>
            </a:r>
          </a:p>
          <a:p>
            <a:pPr lvl="1"/>
            <a:r>
              <a:t>Python 3.10, 3.11, 3.12</a:t>
            </a:r>
          </a:p>
          <a:p>
            <a:pPr/>
          </a:p>
          <a:p>
            <a:pPr/>
            <a:r>
              <a:t>Total time: ~30 seconds per full CI run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History: The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Initial commit: Add CLAUDE.md with FizzBuzz kata TDD guidelines</a:t>
            </a:r>
          </a:p>
          <a:p>
            <a:pPr/>
            <a:r>
              <a:t>Add Python project setup with pytest and TDD structure</a:t>
            </a:r>
          </a:p>
          <a:p>
            <a:pPr/>
            <a:r>
              <a:t>Add pre-commit hooks with flake8 and pytest</a:t>
            </a:r>
          </a:p>
          <a:p>
            <a:pPr/>
            <a:r>
              <a:t>Test pre-commit hooks with good code</a:t>
            </a:r>
          </a:p>
          <a:p>
            <a:pPr/>
            <a:r>
              <a:t>Clean up pre-commit hook test files</a:t>
            </a:r>
          </a:p>
          <a:p>
            <a:pPr/>
            <a:r>
              <a:t>Add GitHub Actions CI/CD pipeline</a:t>
            </a:r>
          </a:p>
          <a:p>
            <a:pPr/>
            <a:r>
              <a:t>Phase A &amp; B: Implement basic number conversion and Fizz for multiples of 3</a:t>
            </a:r>
          </a:p>
          <a:p>
            <a:pPr/>
            <a:r>
              <a:t>docs: Add commit strategy to CLAUDE.md</a:t>
            </a:r>
          </a:p>
          <a:p>
            <a:pPr/>
            <a:r>
              <a:t>Phase C: Add Buzz for multiples of 5</a:t>
            </a:r>
          </a:p>
          <a:p>
            <a:pPr/>
            <a:r>
              <a:t>Phase D: Add FizzBuzz for multiples of both 3 and 5</a:t>
            </a:r>
          </a:p>
          <a:p>
            <a:pPr/>
            <a:r>
              <a:t>docs: Add FizzBuzz kata phases to README</a:t>
            </a:r>
          </a:p>
          <a:p>
            <a:pPr/>
            <a:r>
              <a:t>Phase E: Add sequence API (fizzbuzz_1_to)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 Strategy for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Commit after each phase completion</a:t>
            </a:r>
          </a:p>
          <a:p>
            <a:pPr/>
          </a:p>
          <a:p>
            <a:pPr/>
            <a:r>
              <a:t>Each commit message includes:</a:t>
            </a:r>
          </a:p>
          <a:p>
            <a:pPr lvl="1"/>
            <a:r>
              <a:t>Phase identifier (A, B, C, D, E)</a:t>
            </a:r>
          </a:p>
          <a:p>
            <a:pPr lvl="1"/>
            <a:r>
              <a:t>What tests were added</a:t>
            </a:r>
          </a:p>
          <a:p>
            <a:pPr lvl="1"/>
            <a:r>
              <a:t>What production code changed</a:t>
            </a:r>
          </a:p>
          <a:p>
            <a:pPr lvl="1"/>
            <a:r>
              <a:t>Test count and coverage</a:t>
            </a:r>
          </a:p>
          <a:p>
            <a:pPr/>
          </a:p>
          <a:p>
            <a:pPr/>
            <a:r>
              <a:t>Benefits for revision:</a:t>
            </a:r>
          </a:p>
          <a:p>
            <a:pPr lvl="1"/>
            <a:r>
              <a:t>Easy to replay the progression</a:t>
            </a:r>
          </a:p>
          <a:p>
            <a:pPr lvl="1"/>
            <a:r>
              <a:t>See how tests drive design</a:t>
            </a:r>
          </a:p>
          <a:p>
            <a:pPr lvl="1"/>
            <a:r>
              <a:t>Understand each decision point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TDD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Write ONE failing test at a time</a:t>
            </a:r>
          </a:p>
          <a:p>
            <a:pPr lvl="1"/>
            <a:r>
              <a:t>Focus prevents overwhelm</a:t>
            </a:r>
          </a:p>
          <a:p>
            <a:pPr/>
          </a:p>
          <a:p>
            <a:pPr/>
            <a:r>
              <a:t>2. Write minimal code to pass</a:t>
            </a:r>
          </a:p>
          <a:p>
            <a:pPr lvl="1"/>
            <a:r>
              <a:t>'Fake it till you make it' is OK</a:t>
            </a:r>
          </a:p>
          <a:p>
            <a:pPr/>
          </a:p>
          <a:p>
            <a:pPr/>
            <a:r>
              <a:t>3. Triangulation forces general solutions</a:t>
            </a:r>
          </a:p>
          <a:p>
            <a:pPr lvl="1"/>
            <a:r>
              <a:t>Multiple examples reveal patterns</a:t>
            </a:r>
          </a:p>
          <a:p>
            <a:pPr/>
          </a:p>
          <a:p>
            <a:pPr/>
            <a:r>
              <a:t>4. Refactor only when tests are green</a:t>
            </a:r>
          </a:p>
          <a:p>
            <a:pPr lvl="1"/>
            <a:r>
              <a:t>Safety net prevents breaking changes</a:t>
            </a:r>
          </a:p>
          <a:p>
            <a:pPr/>
          </a:p>
          <a:p>
            <a:pPr/>
            <a:r>
              <a:t>5. Test one behavior at a time</a:t>
            </a:r>
          </a:p>
          <a:p>
            <a:pPr lvl="1"/>
            <a:r>
              <a:t>Keeps phases focused and manageable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Automation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Layer 1: Pre-commit Hooks (Local)</a:t>
            </a:r>
          </a:p>
          <a:p>
            <a:pPr lvl="1"/>
            <a:r>
              <a:t>Runs before each commit</a:t>
            </a:r>
          </a:p>
          <a:p>
            <a:pPr lvl="1"/>
            <a:r>
              <a:t>Fast feedback (&lt; 5 seconds)</a:t>
            </a:r>
          </a:p>
          <a:p>
            <a:pPr lvl="1"/>
            <a:r>
              <a:t>Prevents bad commits</a:t>
            </a:r>
          </a:p>
          <a:p>
            <a:pPr/>
          </a:p>
          <a:p>
            <a:pPr/>
            <a:r>
              <a:t>Layer 2: GitHub Actions (Remote)</a:t>
            </a:r>
          </a:p>
          <a:p>
            <a:pPr lvl="1"/>
            <a:r>
              <a:t>Runs on push to GitHub</a:t>
            </a:r>
          </a:p>
          <a:p>
            <a:pPr lvl="1"/>
            <a:r>
              <a:t>Tests multiple Python versions</a:t>
            </a:r>
          </a:p>
          <a:p>
            <a:pPr lvl="1"/>
            <a:r>
              <a:t>Catches environment-specific issues</a:t>
            </a:r>
          </a:p>
          <a:p>
            <a:pPr/>
          </a:p>
          <a:p>
            <a:pPr/>
            <a:r>
              <a:t>Result: High confidence, low manual effort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fizz_buzz/</a:t>
            </a:r>
            <a:br/>
            <a:r>
              <a:t>├── .github/</a:t>
            </a:r>
            <a:br/>
            <a:r>
              <a:t>│   └── workflows/</a:t>
            </a:r>
            <a:br/>
            <a:r>
              <a:t>│       └── ci.yml          # GitHub Actions</a:t>
            </a:r>
            <a:br/>
            <a:r>
              <a:t>├── src/</a:t>
            </a:r>
            <a:br/>
            <a:r>
              <a:t>│   ├── __init__.py</a:t>
            </a:r>
            <a:br/>
            <a:r>
              <a:t>│   ├── fizzbuzz.py         # Production code</a:t>
            </a:r>
            <a:br/>
            <a:r>
              <a:t>│   └── tests/</a:t>
            </a:r>
            <a:br/>
            <a:r>
              <a:t>│       ├── __init__.py</a:t>
            </a:r>
            <a:br/>
            <a:r>
              <a:t>│       └── test_fizzbuzz.py # Tests</a:t>
            </a:r>
            <a:br/>
            <a:r>
              <a:t>├── .pre-commit-config.yaml  # Hooks config</a:t>
            </a:r>
            <a:br/>
            <a:r>
              <a:t>├── .flake8                  # Linting rules</a:t>
            </a:r>
            <a:br/>
            <a:r>
              <a:t>├── pyproject.toml           # Project config</a:t>
            </a:r>
            <a:br/>
            <a:r>
              <a:t>├── CLAUDE.md                # AI pairing guide</a:t>
            </a:r>
            <a:br/>
            <a:r>
              <a:t>└── README.md                # Documentation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Potential Refactorings (Stretch Goals)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Make divisors configurable:</a:t>
            </a:r>
          </a:p>
          <a:p>
            <a:pPr lvl="1"/>
            <a:r>
              <a:t>rules = [(3, 'Fizz'), (5, 'Buzz')]</a:t>
            </a:r>
          </a:p>
          <a:p>
            <a:pPr lvl="1"/>
            <a:r>
              <a:t>More flexible for variations</a:t>
            </a:r>
          </a:p>
          <a:p>
            <a:pPr/>
          </a:p>
          <a:p>
            <a:pPr/>
            <a:r>
              <a:t>Add input validation:</a:t>
            </a:r>
          </a:p>
          <a:p>
            <a:pPr lvl="1"/>
            <a:r>
              <a:t>Reject negative numbers</a:t>
            </a:r>
          </a:p>
          <a:p>
            <a:pPr lvl="1"/>
            <a:r>
              <a:t>Reject non-integers</a:t>
            </a:r>
          </a:p>
          <a:p>
            <a:pPr/>
          </a:p>
          <a:p>
            <a:pPr/>
            <a:r>
              <a:t>Output formatting:</a:t>
            </a:r>
          </a:p>
          <a:p>
            <a:pPr lvl="1"/>
            <a:r>
              <a:t>Join with newlines or spaces</a:t>
            </a:r>
          </a:p>
          <a:p>
            <a:pPr lvl="1"/>
            <a:r>
              <a:t>Print directly to console</a:t>
            </a:r>
          </a:p>
          <a:p>
            <a:pPr/>
          </a:p>
          <a:p>
            <a:pPr/>
            <a:r>
              <a:t>All these would be test-driven!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These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approach works for any kata:</a:t>
            </a:r>
          </a:p>
          <a:p>
            <a:pPr/>
          </a:p>
          <a:p>
            <a:pPr/>
            <a:r>
              <a:t>1. Set up quality gates first</a:t>
            </a:r>
          </a:p>
          <a:p>
            <a:pPr lvl="1"/>
            <a:r>
              <a:t>Pre-commit hooks</a:t>
            </a:r>
          </a:p>
          <a:p>
            <a:pPr lvl="1"/>
            <a:r>
              <a:t>CI/CD pipeline</a:t>
            </a:r>
          </a:p>
          <a:p>
            <a:pPr/>
          </a:p>
          <a:p>
            <a:pPr/>
            <a:r>
              <a:t>2. Break problem into phases</a:t>
            </a:r>
          </a:p>
          <a:p>
            <a:pPr lvl="1"/>
            <a:r>
              <a:t>One behavior per phase</a:t>
            </a:r>
          </a:p>
          <a:p>
            <a:pPr lvl="1"/>
            <a:r>
              <a:t>Simple to complex</a:t>
            </a:r>
          </a:p>
          <a:p>
            <a:pPr/>
          </a:p>
          <a:p>
            <a:pPr/>
            <a:r>
              <a:t>3. Follow Red-Green-Refactor strictly</a:t>
            </a:r>
          </a:p>
          <a:p>
            <a:pPr/>
          </a:p>
          <a:p>
            <a:pPr/>
            <a:r>
              <a:t>4. Commit regularly with good messages</a:t>
            </a:r>
          </a:p>
          <a:p>
            <a:pPr/>
          </a:p>
          <a:p>
            <a:pPr/>
            <a:r>
              <a:t>5. Use git history as learning tool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FizzBuzz TDD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✓ Modern Python project setup</a:t>
            </a:r>
          </a:p>
          <a:p>
            <a:pPr/>
            <a:r>
              <a:t>✓ Automated quality gates (hooks + CI/CD)</a:t>
            </a:r>
          </a:p>
          <a:p>
            <a:pPr/>
            <a:r>
              <a:t>✓ 5 phases, each building on the last</a:t>
            </a:r>
          </a:p>
          <a:p>
            <a:pPr/>
            <a:r>
              <a:t>✓ 10 tests, 100% coverage</a:t>
            </a:r>
          </a:p>
          <a:p>
            <a:pPr/>
            <a:r>
              <a:t>✓ Clean, maintainable code</a:t>
            </a:r>
          </a:p>
          <a:p>
            <a:pPr/>
            <a:r>
              <a:t>✓ Git history tells the story</a:t>
            </a:r>
          </a:p>
          <a:p>
            <a:pPr/>
          </a:p>
          <a:p>
            <a:pPr/>
            <a:r>
              <a:t>TDD isn't just about testing—</a:t>
            </a:r>
          </a:p>
          <a:p>
            <a:pPr/>
            <a:r>
              <a:t>it's a design methodology that leads to:</a:t>
            </a:r>
          </a:p>
          <a:p>
            <a:pPr lvl="1"/>
            <a:r>
              <a:t>Better architecture</a:t>
            </a:r>
          </a:p>
          <a:p>
            <a:pPr lvl="1"/>
            <a:r>
              <a:t>Higher confidence</a:t>
            </a:r>
          </a:p>
          <a:p>
            <a:pPr lvl="1"/>
            <a:r>
              <a:t>Living documentation</a:t>
            </a:r>
          </a:p>
          <a:p>
            <a:pPr lvl="1"/>
            <a:r>
              <a:t>Easier refactoring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