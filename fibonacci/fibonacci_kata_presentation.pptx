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Fibonacci Kata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 Test-Driven Development Journey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What is Fibonacci?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• A sequence where each number is the sum of the two preceding ones</a:t>
            </a:r>
          </a:p>
          <a:p>
            <a:pPr>
              <a:spcBef>
                <a:spcPts val="1200"/>
              </a:spcBef>
              <a:defRPr sz="1800"/>
            </a:pPr>
            <a:r>
              <a:t>• Starting: F(0) = 0, F(1) = 1</a:t>
            </a:r>
          </a:p>
          <a:p>
            <a:pPr>
              <a:spcBef>
                <a:spcPts val="1200"/>
              </a:spcBef>
              <a:defRPr sz="1800"/>
            </a:pPr>
            <a:r>
              <a:t>• Sequence: 0, 1, 1, 2, 3, 5, 8, 13, 21, 34, 55, 89...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Goal: Implement fibonacci(n) → 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The Four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Phase A: Base cases (n=0, n=1)</a:t>
            </a:r>
          </a:p>
          <a:p>
            <a:pPr>
              <a:spcBef>
                <a:spcPts val="1200"/>
              </a:spcBef>
              <a:defRPr sz="1800"/>
            </a:pPr>
            <a:r>
              <a:t>         → return n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Phase B: Simple sequence (n=2, 3, 4)</a:t>
            </a:r>
          </a:p>
          <a:p>
            <a:pPr>
              <a:spcBef>
                <a:spcPts val="1200"/>
              </a:spcBef>
              <a:defRPr sz="1800"/>
            </a:pPr>
            <a:r>
              <a:t>         → Discover the iterative algorithm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Phase C: Larger numbers (n=5, 6, 7)</a:t>
            </a:r>
          </a:p>
          <a:p>
            <a:pPr>
              <a:spcBef>
                <a:spcPts val="1200"/>
              </a:spcBef>
              <a:defRPr sz="1800"/>
            </a:pPr>
            <a:r>
              <a:t>         → Validate algorithm works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Phase D: Edge cases (n=10)</a:t>
            </a:r>
          </a:p>
          <a:p>
            <a:pPr>
              <a:spcBef>
                <a:spcPts val="1200"/>
              </a:spcBef>
              <a:defRPr sz="1800"/>
            </a:pPr>
            <a:r>
              <a:t>         → Test larger positions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Final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def fibonacci(n):</a:t>
            </a:r>
          </a:p>
          <a:p>
            <a:pPr>
              <a:spcBef>
                <a:spcPts val="1200"/>
              </a:spcBef>
              <a:defRPr sz="1800"/>
            </a:pPr>
            <a:r>
              <a:t>    if n &lt;= 1:</a:t>
            </a:r>
          </a:p>
          <a:p>
            <a:pPr>
              <a:spcBef>
                <a:spcPts val="1200"/>
              </a:spcBef>
              <a:defRPr sz="1800"/>
            </a:pPr>
            <a:r>
              <a:t>        return n</a:t>
            </a:r>
          </a:p>
          <a:p>
            <a:pPr>
              <a:spcBef>
                <a:spcPts val="1200"/>
              </a:spcBef>
              <a:defRPr sz="1800"/>
            </a:pPr>
            <a:r>
              <a:t>    a, b = 0, 1</a:t>
            </a:r>
          </a:p>
          <a:p>
            <a:pPr>
              <a:spcBef>
                <a:spcPts val="1200"/>
              </a:spcBef>
              <a:defRPr sz="1800"/>
            </a:pPr>
            <a:r>
              <a:t>    for _ in range(2, n + 1):</a:t>
            </a:r>
          </a:p>
          <a:p>
            <a:pPr>
              <a:spcBef>
                <a:spcPts val="1200"/>
              </a:spcBef>
              <a:defRPr sz="1800"/>
            </a:pPr>
            <a:r>
              <a:t>        a, b = b, a + b</a:t>
            </a:r>
          </a:p>
          <a:p>
            <a:pPr>
              <a:spcBef>
                <a:spcPts val="1200"/>
              </a:spcBef>
              <a:defRPr sz="1800"/>
            </a:pPr>
            <a:r>
              <a:t>    return b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Time: O(n) | Space: O(1)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Complete!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9 tests passing | 100%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